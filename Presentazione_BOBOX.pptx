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2" r:id="rId9"/>
    <p:sldId id="261" r:id="rId10"/>
    <p:sldId id="263" r:id="rId11"/>
    <p:sldId id="264" r:id="rId12"/>
    <p:sldId id="267" r:id="rId13"/>
    <p:sldId id="265" r:id="rId14"/>
    <p:sldId id="266" r:id="rId15"/>
    <p:sldId id="268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290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1B311-A8F2-469C-9002-38BD01DCDB9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25C724-3377-4D7B-8B9B-0C63596E115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Sistema di messaggistica tra utenti.</a:t>
          </a:r>
          <a:endParaRPr lang="en-US" dirty="0"/>
        </a:p>
      </dgm:t>
    </dgm:pt>
    <dgm:pt modelId="{F555183E-528B-4678-A985-B05CBADD49AA}" type="parTrans" cxnId="{9C22F5CF-7712-42AE-A6B3-90D7E54CD565}">
      <dgm:prSet/>
      <dgm:spPr/>
      <dgm:t>
        <a:bodyPr/>
        <a:lstStyle/>
        <a:p>
          <a:endParaRPr lang="en-US"/>
        </a:p>
      </dgm:t>
    </dgm:pt>
    <dgm:pt modelId="{ED13A1B6-6139-4683-8531-86C3C1AB5C60}" type="sibTrans" cxnId="{9C22F5CF-7712-42AE-A6B3-90D7E54CD565}">
      <dgm:prSet/>
      <dgm:spPr/>
      <dgm:t>
        <a:bodyPr/>
        <a:lstStyle/>
        <a:p>
          <a:endParaRPr lang="en-US"/>
        </a:p>
      </dgm:t>
    </dgm:pt>
    <dgm:pt modelId="{F0AEDA6A-AAF5-4889-BF57-0221FABD3B8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Ricerca tramite mappa.</a:t>
          </a:r>
          <a:endParaRPr lang="en-US"/>
        </a:p>
      </dgm:t>
    </dgm:pt>
    <dgm:pt modelId="{4F27EF0A-C277-458A-B941-BC700F6D15BA}" type="parTrans" cxnId="{9979E170-674E-4DCD-832D-D82D9120B0DB}">
      <dgm:prSet/>
      <dgm:spPr/>
      <dgm:t>
        <a:bodyPr/>
        <a:lstStyle/>
        <a:p>
          <a:endParaRPr lang="en-US"/>
        </a:p>
      </dgm:t>
    </dgm:pt>
    <dgm:pt modelId="{A60398F2-93FB-420D-A787-56C79E185D04}" type="sibTrans" cxnId="{9979E170-674E-4DCD-832D-D82D9120B0DB}">
      <dgm:prSet/>
      <dgm:spPr/>
      <dgm:t>
        <a:bodyPr/>
        <a:lstStyle/>
        <a:p>
          <a:endParaRPr lang="en-US"/>
        </a:p>
      </dgm:t>
    </dgm:pt>
    <dgm:pt modelId="{86EBF995-5529-4CAE-8F4F-9C9227B1BB2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Lista dei posti auto preferiti.</a:t>
          </a:r>
          <a:endParaRPr lang="en-US"/>
        </a:p>
      </dgm:t>
    </dgm:pt>
    <dgm:pt modelId="{E26770EB-477C-4FE2-81F1-745193B60587}" type="parTrans" cxnId="{093B7C29-A217-43BD-9012-413341142AA9}">
      <dgm:prSet/>
      <dgm:spPr/>
      <dgm:t>
        <a:bodyPr/>
        <a:lstStyle/>
        <a:p>
          <a:endParaRPr lang="en-US"/>
        </a:p>
      </dgm:t>
    </dgm:pt>
    <dgm:pt modelId="{6429EEFA-E2F7-427B-A90C-5DD4343F79B0}" type="sibTrans" cxnId="{093B7C29-A217-43BD-9012-413341142AA9}">
      <dgm:prSet/>
      <dgm:spPr/>
      <dgm:t>
        <a:bodyPr/>
        <a:lstStyle/>
        <a:p>
          <a:endParaRPr lang="en-US"/>
        </a:p>
      </dgm:t>
    </dgm:pt>
    <dgm:pt modelId="{3028A0D2-B63B-42E2-B5CD-FA351FBD025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Gestione dei log da parte degli amministratori.</a:t>
          </a:r>
          <a:endParaRPr lang="en-US" dirty="0"/>
        </a:p>
      </dgm:t>
    </dgm:pt>
    <dgm:pt modelId="{03897CA7-A334-4DEA-B0FF-1E78C363739F}" type="parTrans" cxnId="{0B5A9DAB-B817-48F2-988B-8AD600E73F4D}">
      <dgm:prSet/>
      <dgm:spPr/>
      <dgm:t>
        <a:bodyPr/>
        <a:lstStyle/>
        <a:p>
          <a:endParaRPr lang="en-US"/>
        </a:p>
      </dgm:t>
    </dgm:pt>
    <dgm:pt modelId="{573A76BD-075B-49CB-B536-4F9F49EEA6FB}" type="sibTrans" cxnId="{0B5A9DAB-B817-48F2-988B-8AD600E73F4D}">
      <dgm:prSet/>
      <dgm:spPr/>
      <dgm:t>
        <a:bodyPr/>
        <a:lstStyle/>
        <a:p>
          <a:endParaRPr lang="en-US"/>
        </a:p>
      </dgm:t>
    </dgm:pt>
    <dgm:pt modelId="{35D5C4C5-2BFA-449C-BDAA-7FFC3D85A0C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Estensione anche al di fuori della provincia di Bologna.</a:t>
          </a:r>
          <a:endParaRPr lang="en-US" dirty="0"/>
        </a:p>
      </dgm:t>
    </dgm:pt>
    <dgm:pt modelId="{767A343F-1414-4AE9-980B-40A899CF77E1}" type="parTrans" cxnId="{213A4713-A935-4A1D-B20F-3B442E02241F}">
      <dgm:prSet/>
      <dgm:spPr/>
      <dgm:t>
        <a:bodyPr/>
        <a:lstStyle/>
        <a:p>
          <a:endParaRPr lang="en-US"/>
        </a:p>
      </dgm:t>
    </dgm:pt>
    <dgm:pt modelId="{F1287DDA-A0A8-4051-90D5-DA40F0E1627F}" type="sibTrans" cxnId="{213A4713-A935-4A1D-B20F-3B442E02241F}">
      <dgm:prSet/>
      <dgm:spPr/>
      <dgm:t>
        <a:bodyPr/>
        <a:lstStyle/>
        <a:p>
          <a:endParaRPr lang="en-US"/>
        </a:p>
      </dgm:t>
    </dgm:pt>
    <dgm:pt modelId="{93CB4944-DEFD-4110-A4D3-AC21FDDA59A2}" type="pres">
      <dgm:prSet presAssocID="{A901B311-A8F2-469C-9002-38BD01DCDB9B}" presName="root" presStyleCnt="0">
        <dgm:presLayoutVars>
          <dgm:dir/>
          <dgm:resizeHandles val="exact"/>
        </dgm:presLayoutVars>
      </dgm:prSet>
      <dgm:spPr/>
    </dgm:pt>
    <dgm:pt modelId="{F10013D0-8BF4-40EA-B9AC-3D6E4C983BD6}" type="pres">
      <dgm:prSet presAssocID="{EB25C724-3377-4D7B-8B9B-0C63596E115E}" presName="compNode" presStyleCnt="0"/>
      <dgm:spPr/>
    </dgm:pt>
    <dgm:pt modelId="{11B93662-EFB5-4DFC-BBC8-623231C72ED2}" type="pres">
      <dgm:prSet presAssocID="{EB25C724-3377-4D7B-8B9B-0C63596E115E}" presName="bgRect" presStyleLbl="bgShp" presStyleIdx="0" presStyleCnt="5" custLinFactNeighborX="-2166" custLinFactNeighborY="4248"/>
      <dgm:spPr/>
    </dgm:pt>
    <dgm:pt modelId="{55D7BBB8-7DC1-46E8-B4F9-4122FD0A0D42}" type="pres">
      <dgm:prSet presAssocID="{EB25C724-3377-4D7B-8B9B-0C63596E115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A5388BB9-C3E1-4F82-BC76-8F962C021CB0}" type="pres">
      <dgm:prSet presAssocID="{EB25C724-3377-4D7B-8B9B-0C63596E115E}" presName="spaceRect" presStyleCnt="0"/>
      <dgm:spPr/>
    </dgm:pt>
    <dgm:pt modelId="{D2A830B7-812C-443F-B522-9A78A993A42B}" type="pres">
      <dgm:prSet presAssocID="{EB25C724-3377-4D7B-8B9B-0C63596E115E}" presName="parTx" presStyleLbl="revTx" presStyleIdx="0" presStyleCnt="5">
        <dgm:presLayoutVars>
          <dgm:chMax val="0"/>
          <dgm:chPref val="0"/>
        </dgm:presLayoutVars>
      </dgm:prSet>
      <dgm:spPr/>
    </dgm:pt>
    <dgm:pt modelId="{769C3045-533C-44E0-992A-72CA75040A47}" type="pres">
      <dgm:prSet presAssocID="{ED13A1B6-6139-4683-8531-86C3C1AB5C60}" presName="sibTrans" presStyleCnt="0"/>
      <dgm:spPr/>
    </dgm:pt>
    <dgm:pt modelId="{AF882142-A4CE-480F-A160-F872102C81A2}" type="pres">
      <dgm:prSet presAssocID="{F0AEDA6A-AAF5-4889-BF57-0221FABD3B88}" presName="compNode" presStyleCnt="0"/>
      <dgm:spPr/>
    </dgm:pt>
    <dgm:pt modelId="{C20FE25A-B0FF-4D4A-AD8C-D2CBB8ECB548}" type="pres">
      <dgm:prSet presAssocID="{F0AEDA6A-AAF5-4889-BF57-0221FABD3B88}" presName="bgRect" presStyleLbl="bgShp" presStyleIdx="1" presStyleCnt="5"/>
      <dgm:spPr/>
    </dgm:pt>
    <dgm:pt modelId="{488F2AD1-9EFB-4525-8F63-F119A35590CF}" type="pres">
      <dgm:prSet presAssocID="{F0AEDA6A-AAF5-4889-BF57-0221FABD3B8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5A62D57-8C96-4CE8-B2FB-BD7FCD61FC0D}" type="pres">
      <dgm:prSet presAssocID="{F0AEDA6A-AAF5-4889-BF57-0221FABD3B88}" presName="spaceRect" presStyleCnt="0"/>
      <dgm:spPr/>
    </dgm:pt>
    <dgm:pt modelId="{159CE5C7-FFEE-4DD9-BE19-267F6FBA837E}" type="pres">
      <dgm:prSet presAssocID="{F0AEDA6A-AAF5-4889-BF57-0221FABD3B88}" presName="parTx" presStyleLbl="revTx" presStyleIdx="1" presStyleCnt="5">
        <dgm:presLayoutVars>
          <dgm:chMax val="0"/>
          <dgm:chPref val="0"/>
        </dgm:presLayoutVars>
      </dgm:prSet>
      <dgm:spPr/>
    </dgm:pt>
    <dgm:pt modelId="{6C9A7C95-13AB-4A18-8132-7C344A935005}" type="pres">
      <dgm:prSet presAssocID="{A60398F2-93FB-420D-A787-56C79E185D04}" presName="sibTrans" presStyleCnt="0"/>
      <dgm:spPr/>
    </dgm:pt>
    <dgm:pt modelId="{92D1F569-CF4D-4D98-9274-915FDB8C0882}" type="pres">
      <dgm:prSet presAssocID="{86EBF995-5529-4CAE-8F4F-9C9227B1BB2F}" presName="compNode" presStyleCnt="0"/>
      <dgm:spPr/>
    </dgm:pt>
    <dgm:pt modelId="{B47020A3-C31D-44C4-BC95-BE8E1EFF242D}" type="pres">
      <dgm:prSet presAssocID="{86EBF995-5529-4CAE-8F4F-9C9227B1BB2F}" presName="bgRect" presStyleLbl="bgShp" presStyleIdx="2" presStyleCnt="5"/>
      <dgm:spPr/>
    </dgm:pt>
    <dgm:pt modelId="{5C9BEADC-7ECC-48E7-8A93-EAD80145C20A}" type="pres">
      <dgm:prSet presAssocID="{86EBF995-5529-4CAE-8F4F-9C9227B1BB2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mobile"/>
        </a:ext>
      </dgm:extLst>
    </dgm:pt>
    <dgm:pt modelId="{DAD7FE69-6F52-472A-B45C-9951C8B33D72}" type="pres">
      <dgm:prSet presAssocID="{86EBF995-5529-4CAE-8F4F-9C9227B1BB2F}" presName="spaceRect" presStyleCnt="0"/>
      <dgm:spPr/>
    </dgm:pt>
    <dgm:pt modelId="{C70E6FEE-2322-40B2-92EF-849D146C33FA}" type="pres">
      <dgm:prSet presAssocID="{86EBF995-5529-4CAE-8F4F-9C9227B1BB2F}" presName="parTx" presStyleLbl="revTx" presStyleIdx="2" presStyleCnt="5">
        <dgm:presLayoutVars>
          <dgm:chMax val="0"/>
          <dgm:chPref val="0"/>
        </dgm:presLayoutVars>
      </dgm:prSet>
      <dgm:spPr/>
    </dgm:pt>
    <dgm:pt modelId="{4544C896-13C6-4F3C-AB67-EC41F24A893D}" type="pres">
      <dgm:prSet presAssocID="{6429EEFA-E2F7-427B-A90C-5DD4343F79B0}" presName="sibTrans" presStyleCnt="0"/>
      <dgm:spPr/>
    </dgm:pt>
    <dgm:pt modelId="{BF5EBB1A-BF09-4EC3-A592-5DBA0F7D4D18}" type="pres">
      <dgm:prSet presAssocID="{3028A0D2-B63B-42E2-B5CD-FA351FBD0259}" presName="compNode" presStyleCnt="0"/>
      <dgm:spPr/>
    </dgm:pt>
    <dgm:pt modelId="{8171789E-AC3E-4E09-98E2-0178F64E76BD}" type="pres">
      <dgm:prSet presAssocID="{3028A0D2-B63B-42E2-B5CD-FA351FBD0259}" presName="bgRect" presStyleLbl="bgShp" presStyleIdx="3" presStyleCnt="5"/>
      <dgm:spPr/>
    </dgm:pt>
    <dgm:pt modelId="{E038C60C-BCBD-4425-AA68-B364A9B7D5C6}" type="pres">
      <dgm:prSet presAssocID="{3028A0D2-B63B-42E2-B5CD-FA351FBD025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6286F177-E55C-4745-83D2-4EC8CBE0062D}" type="pres">
      <dgm:prSet presAssocID="{3028A0D2-B63B-42E2-B5CD-FA351FBD0259}" presName="spaceRect" presStyleCnt="0"/>
      <dgm:spPr/>
    </dgm:pt>
    <dgm:pt modelId="{C453F4F3-2C59-4A43-9CA8-E2E50CC3B119}" type="pres">
      <dgm:prSet presAssocID="{3028A0D2-B63B-42E2-B5CD-FA351FBD0259}" presName="parTx" presStyleLbl="revTx" presStyleIdx="3" presStyleCnt="5">
        <dgm:presLayoutVars>
          <dgm:chMax val="0"/>
          <dgm:chPref val="0"/>
        </dgm:presLayoutVars>
      </dgm:prSet>
      <dgm:spPr/>
    </dgm:pt>
    <dgm:pt modelId="{87D04A92-FF66-4A83-A0F9-EF9D504B7FCE}" type="pres">
      <dgm:prSet presAssocID="{573A76BD-075B-49CB-B536-4F9F49EEA6FB}" presName="sibTrans" presStyleCnt="0"/>
      <dgm:spPr/>
    </dgm:pt>
    <dgm:pt modelId="{7255DB1B-7A00-41AF-89C5-F23CCCDCB110}" type="pres">
      <dgm:prSet presAssocID="{35D5C4C5-2BFA-449C-BDAA-7FFC3D85A0C8}" presName="compNode" presStyleCnt="0"/>
      <dgm:spPr/>
    </dgm:pt>
    <dgm:pt modelId="{C41005BB-1950-42D3-B2C0-96C104CA2977}" type="pres">
      <dgm:prSet presAssocID="{35D5C4C5-2BFA-449C-BDAA-7FFC3D85A0C8}" presName="bgRect" presStyleLbl="bgShp" presStyleIdx="4" presStyleCnt="5"/>
      <dgm:spPr/>
    </dgm:pt>
    <dgm:pt modelId="{A827E7C0-A739-463A-B16C-A9CB28477AE3}" type="pres">
      <dgm:prSet presAssocID="{35D5C4C5-2BFA-449C-BDAA-7FFC3D85A0C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E8DC031-F30C-486C-BE9E-1B81C934DA9A}" type="pres">
      <dgm:prSet presAssocID="{35D5C4C5-2BFA-449C-BDAA-7FFC3D85A0C8}" presName="spaceRect" presStyleCnt="0"/>
      <dgm:spPr/>
    </dgm:pt>
    <dgm:pt modelId="{007E628B-8C22-4BBC-B74A-F3B5B3A10EEC}" type="pres">
      <dgm:prSet presAssocID="{35D5C4C5-2BFA-449C-BDAA-7FFC3D85A0C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CF17304-7C95-4AE4-B030-E018717104BC}" type="presOf" srcId="{A901B311-A8F2-469C-9002-38BD01DCDB9B}" destId="{93CB4944-DEFD-4110-A4D3-AC21FDDA59A2}" srcOrd="0" destOrd="0" presId="urn:microsoft.com/office/officeart/2018/2/layout/IconVerticalSolidList"/>
    <dgm:cxn modelId="{06184A0F-B171-4A9B-8F0A-09B36FEEFB8D}" type="presOf" srcId="{EB25C724-3377-4D7B-8B9B-0C63596E115E}" destId="{D2A830B7-812C-443F-B522-9A78A993A42B}" srcOrd="0" destOrd="0" presId="urn:microsoft.com/office/officeart/2018/2/layout/IconVerticalSolidList"/>
    <dgm:cxn modelId="{213A4713-A935-4A1D-B20F-3B442E02241F}" srcId="{A901B311-A8F2-469C-9002-38BD01DCDB9B}" destId="{35D5C4C5-2BFA-449C-BDAA-7FFC3D85A0C8}" srcOrd="4" destOrd="0" parTransId="{767A343F-1414-4AE9-980B-40A899CF77E1}" sibTransId="{F1287DDA-A0A8-4051-90D5-DA40F0E1627F}"/>
    <dgm:cxn modelId="{E1101322-3C9A-455D-BBD9-B9333137DF73}" type="presOf" srcId="{35D5C4C5-2BFA-449C-BDAA-7FFC3D85A0C8}" destId="{007E628B-8C22-4BBC-B74A-F3B5B3A10EEC}" srcOrd="0" destOrd="0" presId="urn:microsoft.com/office/officeart/2018/2/layout/IconVerticalSolidList"/>
    <dgm:cxn modelId="{093B7C29-A217-43BD-9012-413341142AA9}" srcId="{A901B311-A8F2-469C-9002-38BD01DCDB9B}" destId="{86EBF995-5529-4CAE-8F4F-9C9227B1BB2F}" srcOrd="2" destOrd="0" parTransId="{E26770EB-477C-4FE2-81F1-745193B60587}" sibTransId="{6429EEFA-E2F7-427B-A90C-5DD4343F79B0}"/>
    <dgm:cxn modelId="{9979E170-674E-4DCD-832D-D82D9120B0DB}" srcId="{A901B311-A8F2-469C-9002-38BD01DCDB9B}" destId="{F0AEDA6A-AAF5-4889-BF57-0221FABD3B88}" srcOrd="1" destOrd="0" parTransId="{4F27EF0A-C277-458A-B941-BC700F6D15BA}" sibTransId="{A60398F2-93FB-420D-A787-56C79E185D04}"/>
    <dgm:cxn modelId="{BCE6BD7E-95E9-4B2A-8485-F4DA2BAF21AE}" type="presOf" srcId="{3028A0D2-B63B-42E2-B5CD-FA351FBD0259}" destId="{C453F4F3-2C59-4A43-9CA8-E2E50CC3B119}" srcOrd="0" destOrd="0" presId="urn:microsoft.com/office/officeart/2018/2/layout/IconVerticalSolidList"/>
    <dgm:cxn modelId="{0B5A9DAB-B817-48F2-988B-8AD600E73F4D}" srcId="{A901B311-A8F2-469C-9002-38BD01DCDB9B}" destId="{3028A0D2-B63B-42E2-B5CD-FA351FBD0259}" srcOrd="3" destOrd="0" parTransId="{03897CA7-A334-4DEA-B0FF-1E78C363739F}" sibTransId="{573A76BD-075B-49CB-B536-4F9F49EEA6FB}"/>
    <dgm:cxn modelId="{8C6E48AF-5A48-47D3-A199-A7BCCBFA3B43}" type="presOf" srcId="{86EBF995-5529-4CAE-8F4F-9C9227B1BB2F}" destId="{C70E6FEE-2322-40B2-92EF-849D146C33FA}" srcOrd="0" destOrd="0" presId="urn:microsoft.com/office/officeart/2018/2/layout/IconVerticalSolidList"/>
    <dgm:cxn modelId="{9C22F5CF-7712-42AE-A6B3-90D7E54CD565}" srcId="{A901B311-A8F2-469C-9002-38BD01DCDB9B}" destId="{EB25C724-3377-4D7B-8B9B-0C63596E115E}" srcOrd="0" destOrd="0" parTransId="{F555183E-528B-4678-A985-B05CBADD49AA}" sibTransId="{ED13A1B6-6139-4683-8531-86C3C1AB5C60}"/>
    <dgm:cxn modelId="{6EBFE7DE-3F17-4CC1-8CC3-CD3BDB96DBE7}" type="presOf" srcId="{F0AEDA6A-AAF5-4889-BF57-0221FABD3B88}" destId="{159CE5C7-FFEE-4DD9-BE19-267F6FBA837E}" srcOrd="0" destOrd="0" presId="urn:microsoft.com/office/officeart/2018/2/layout/IconVerticalSolidList"/>
    <dgm:cxn modelId="{9B412717-63B4-44DD-A03A-698624981788}" type="presParOf" srcId="{93CB4944-DEFD-4110-A4D3-AC21FDDA59A2}" destId="{F10013D0-8BF4-40EA-B9AC-3D6E4C983BD6}" srcOrd="0" destOrd="0" presId="urn:microsoft.com/office/officeart/2018/2/layout/IconVerticalSolidList"/>
    <dgm:cxn modelId="{8BF692FA-855B-47C7-BC26-1233050B1413}" type="presParOf" srcId="{F10013D0-8BF4-40EA-B9AC-3D6E4C983BD6}" destId="{11B93662-EFB5-4DFC-BBC8-623231C72ED2}" srcOrd="0" destOrd="0" presId="urn:microsoft.com/office/officeart/2018/2/layout/IconVerticalSolidList"/>
    <dgm:cxn modelId="{1DB10204-DF46-4095-B70F-9AEBF5832F00}" type="presParOf" srcId="{F10013D0-8BF4-40EA-B9AC-3D6E4C983BD6}" destId="{55D7BBB8-7DC1-46E8-B4F9-4122FD0A0D42}" srcOrd="1" destOrd="0" presId="urn:microsoft.com/office/officeart/2018/2/layout/IconVerticalSolidList"/>
    <dgm:cxn modelId="{3EF98B0F-DF02-4165-BEAC-311E7E176BB5}" type="presParOf" srcId="{F10013D0-8BF4-40EA-B9AC-3D6E4C983BD6}" destId="{A5388BB9-C3E1-4F82-BC76-8F962C021CB0}" srcOrd="2" destOrd="0" presId="urn:microsoft.com/office/officeart/2018/2/layout/IconVerticalSolidList"/>
    <dgm:cxn modelId="{D2A2F466-5309-41EE-861C-AA314AD9ECE2}" type="presParOf" srcId="{F10013D0-8BF4-40EA-B9AC-3D6E4C983BD6}" destId="{D2A830B7-812C-443F-B522-9A78A993A42B}" srcOrd="3" destOrd="0" presId="urn:microsoft.com/office/officeart/2018/2/layout/IconVerticalSolidList"/>
    <dgm:cxn modelId="{D64D8885-6D06-4756-A3DD-DBA9E8A87F51}" type="presParOf" srcId="{93CB4944-DEFD-4110-A4D3-AC21FDDA59A2}" destId="{769C3045-533C-44E0-992A-72CA75040A47}" srcOrd="1" destOrd="0" presId="urn:microsoft.com/office/officeart/2018/2/layout/IconVerticalSolidList"/>
    <dgm:cxn modelId="{49F80B97-34C9-43DF-9F27-08C03CEC6793}" type="presParOf" srcId="{93CB4944-DEFD-4110-A4D3-AC21FDDA59A2}" destId="{AF882142-A4CE-480F-A160-F872102C81A2}" srcOrd="2" destOrd="0" presId="urn:microsoft.com/office/officeart/2018/2/layout/IconVerticalSolidList"/>
    <dgm:cxn modelId="{80B74A71-FB32-4897-843F-91937B9E4ED0}" type="presParOf" srcId="{AF882142-A4CE-480F-A160-F872102C81A2}" destId="{C20FE25A-B0FF-4D4A-AD8C-D2CBB8ECB548}" srcOrd="0" destOrd="0" presId="urn:microsoft.com/office/officeart/2018/2/layout/IconVerticalSolidList"/>
    <dgm:cxn modelId="{458DC6B4-BA36-4D17-B1A2-A6E656741345}" type="presParOf" srcId="{AF882142-A4CE-480F-A160-F872102C81A2}" destId="{488F2AD1-9EFB-4525-8F63-F119A35590CF}" srcOrd="1" destOrd="0" presId="urn:microsoft.com/office/officeart/2018/2/layout/IconVerticalSolidList"/>
    <dgm:cxn modelId="{DDBF8C65-A179-4DA6-9176-DE1503CECC25}" type="presParOf" srcId="{AF882142-A4CE-480F-A160-F872102C81A2}" destId="{D5A62D57-8C96-4CE8-B2FB-BD7FCD61FC0D}" srcOrd="2" destOrd="0" presId="urn:microsoft.com/office/officeart/2018/2/layout/IconVerticalSolidList"/>
    <dgm:cxn modelId="{B574C03F-E38F-4DBB-9BAB-CD4D4DF5043E}" type="presParOf" srcId="{AF882142-A4CE-480F-A160-F872102C81A2}" destId="{159CE5C7-FFEE-4DD9-BE19-267F6FBA837E}" srcOrd="3" destOrd="0" presId="urn:microsoft.com/office/officeart/2018/2/layout/IconVerticalSolidList"/>
    <dgm:cxn modelId="{A35737FB-9629-4423-8D53-129749E8AAC2}" type="presParOf" srcId="{93CB4944-DEFD-4110-A4D3-AC21FDDA59A2}" destId="{6C9A7C95-13AB-4A18-8132-7C344A935005}" srcOrd="3" destOrd="0" presId="urn:microsoft.com/office/officeart/2018/2/layout/IconVerticalSolidList"/>
    <dgm:cxn modelId="{26E725EE-6441-46C4-AD05-193874C5003B}" type="presParOf" srcId="{93CB4944-DEFD-4110-A4D3-AC21FDDA59A2}" destId="{92D1F569-CF4D-4D98-9274-915FDB8C0882}" srcOrd="4" destOrd="0" presId="urn:microsoft.com/office/officeart/2018/2/layout/IconVerticalSolidList"/>
    <dgm:cxn modelId="{379103DD-4C14-43E5-965E-4A1D560531DC}" type="presParOf" srcId="{92D1F569-CF4D-4D98-9274-915FDB8C0882}" destId="{B47020A3-C31D-44C4-BC95-BE8E1EFF242D}" srcOrd="0" destOrd="0" presId="urn:microsoft.com/office/officeart/2018/2/layout/IconVerticalSolidList"/>
    <dgm:cxn modelId="{C9596B14-3B60-49ED-BCBE-F71515C6696D}" type="presParOf" srcId="{92D1F569-CF4D-4D98-9274-915FDB8C0882}" destId="{5C9BEADC-7ECC-48E7-8A93-EAD80145C20A}" srcOrd="1" destOrd="0" presId="urn:microsoft.com/office/officeart/2018/2/layout/IconVerticalSolidList"/>
    <dgm:cxn modelId="{5DF00AF3-4CBE-4771-A004-E65D7C0484B8}" type="presParOf" srcId="{92D1F569-CF4D-4D98-9274-915FDB8C0882}" destId="{DAD7FE69-6F52-472A-B45C-9951C8B33D72}" srcOrd="2" destOrd="0" presId="urn:microsoft.com/office/officeart/2018/2/layout/IconVerticalSolidList"/>
    <dgm:cxn modelId="{56E37B8A-B8D4-4F2D-8552-253FD42441AB}" type="presParOf" srcId="{92D1F569-CF4D-4D98-9274-915FDB8C0882}" destId="{C70E6FEE-2322-40B2-92EF-849D146C33FA}" srcOrd="3" destOrd="0" presId="urn:microsoft.com/office/officeart/2018/2/layout/IconVerticalSolidList"/>
    <dgm:cxn modelId="{EB0C4B88-8381-4048-8BC4-55210527F28A}" type="presParOf" srcId="{93CB4944-DEFD-4110-A4D3-AC21FDDA59A2}" destId="{4544C896-13C6-4F3C-AB67-EC41F24A893D}" srcOrd="5" destOrd="0" presId="urn:microsoft.com/office/officeart/2018/2/layout/IconVerticalSolidList"/>
    <dgm:cxn modelId="{7F606373-4006-4DA6-B52C-B7A35E77C45B}" type="presParOf" srcId="{93CB4944-DEFD-4110-A4D3-AC21FDDA59A2}" destId="{BF5EBB1A-BF09-4EC3-A592-5DBA0F7D4D18}" srcOrd="6" destOrd="0" presId="urn:microsoft.com/office/officeart/2018/2/layout/IconVerticalSolidList"/>
    <dgm:cxn modelId="{B21A6469-C471-47EC-A79F-069F63EA1884}" type="presParOf" srcId="{BF5EBB1A-BF09-4EC3-A592-5DBA0F7D4D18}" destId="{8171789E-AC3E-4E09-98E2-0178F64E76BD}" srcOrd="0" destOrd="0" presId="urn:microsoft.com/office/officeart/2018/2/layout/IconVerticalSolidList"/>
    <dgm:cxn modelId="{F5E7B283-83FA-43A2-B138-3CAEED835F39}" type="presParOf" srcId="{BF5EBB1A-BF09-4EC3-A592-5DBA0F7D4D18}" destId="{E038C60C-BCBD-4425-AA68-B364A9B7D5C6}" srcOrd="1" destOrd="0" presId="urn:microsoft.com/office/officeart/2018/2/layout/IconVerticalSolidList"/>
    <dgm:cxn modelId="{45D8741B-A370-4EDC-ABC5-202E0C21F01C}" type="presParOf" srcId="{BF5EBB1A-BF09-4EC3-A592-5DBA0F7D4D18}" destId="{6286F177-E55C-4745-83D2-4EC8CBE0062D}" srcOrd="2" destOrd="0" presId="urn:microsoft.com/office/officeart/2018/2/layout/IconVerticalSolidList"/>
    <dgm:cxn modelId="{D6355014-84A3-42FF-9D0D-23D1A369BB4C}" type="presParOf" srcId="{BF5EBB1A-BF09-4EC3-A592-5DBA0F7D4D18}" destId="{C453F4F3-2C59-4A43-9CA8-E2E50CC3B119}" srcOrd="3" destOrd="0" presId="urn:microsoft.com/office/officeart/2018/2/layout/IconVerticalSolidList"/>
    <dgm:cxn modelId="{EF64E0C3-34D0-44D5-9578-0F725FB73FCF}" type="presParOf" srcId="{93CB4944-DEFD-4110-A4D3-AC21FDDA59A2}" destId="{87D04A92-FF66-4A83-A0F9-EF9D504B7FCE}" srcOrd="7" destOrd="0" presId="urn:microsoft.com/office/officeart/2018/2/layout/IconVerticalSolidList"/>
    <dgm:cxn modelId="{6B3C5B39-9CE1-429A-9BE0-E01792CEEBC9}" type="presParOf" srcId="{93CB4944-DEFD-4110-A4D3-AC21FDDA59A2}" destId="{7255DB1B-7A00-41AF-89C5-F23CCCDCB110}" srcOrd="8" destOrd="0" presId="urn:microsoft.com/office/officeart/2018/2/layout/IconVerticalSolidList"/>
    <dgm:cxn modelId="{D70335C4-796B-43FA-B169-2D0DF74AA3B7}" type="presParOf" srcId="{7255DB1B-7A00-41AF-89C5-F23CCCDCB110}" destId="{C41005BB-1950-42D3-B2C0-96C104CA2977}" srcOrd="0" destOrd="0" presId="urn:microsoft.com/office/officeart/2018/2/layout/IconVerticalSolidList"/>
    <dgm:cxn modelId="{3FC9D06C-76F6-4DC7-A331-E958D7812DEA}" type="presParOf" srcId="{7255DB1B-7A00-41AF-89C5-F23CCCDCB110}" destId="{A827E7C0-A739-463A-B16C-A9CB28477AE3}" srcOrd="1" destOrd="0" presId="urn:microsoft.com/office/officeart/2018/2/layout/IconVerticalSolidList"/>
    <dgm:cxn modelId="{F545998A-8B96-43D9-A9F8-889DA00380D3}" type="presParOf" srcId="{7255DB1B-7A00-41AF-89C5-F23CCCDCB110}" destId="{4E8DC031-F30C-486C-BE9E-1B81C934DA9A}" srcOrd="2" destOrd="0" presId="urn:microsoft.com/office/officeart/2018/2/layout/IconVerticalSolidList"/>
    <dgm:cxn modelId="{44F2040A-86E7-4DEB-9580-A7F94E66217A}" type="presParOf" srcId="{7255DB1B-7A00-41AF-89C5-F23CCCDCB110}" destId="{007E628B-8C22-4BBC-B74A-F3B5B3A10E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93662-EFB5-4DFC-BBC8-623231C72ED2}">
      <dsp:nvSpPr>
        <dsp:cNvPr id="0" name=""/>
        <dsp:cNvSpPr/>
      </dsp:nvSpPr>
      <dsp:spPr>
        <a:xfrm>
          <a:off x="0" y="30464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7BBB8-7DC1-46E8-B4F9-4122FD0A0D42}">
      <dsp:nvSpPr>
        <dsp:cNvPr id="0" name=""/>
        <dsp:cNvSpPr/>
      </dsp:nvSpPr>
      <dsp:spPr>
        <a:xfrm>
          <a:off x="195349" y="148333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830B7-812C-443F-B522-9A78A993A42B}">
      <dsp:nvSpPr>
        <dsp:cNvPr id="0" name=""/>
        <dsp:cNvSpPr/>
      </dsp:nvSpPr>
      <dsp:spPr>
        <a:xfrm>
          <a:off x="745881" y="3031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Sistema di messaggistica tra utenti.</a:t>
          </a:r>
          <a:endParaRPr lang="en-US" sz="1700" kern="1200" dirty="0"/>
        </a:p>
      </dsp:txBody>
      <dsp:txXfrm>
        <a:off x="745881" y="3031"/>
        <a:ext cx="3898592" cy="645784"/>
      </dsp:txXfrm>
    </dsp:sp>
    <dsp:sp modelId="{C20FE25A-B0FF-4D4A-AD8C-D2CBB8ECB548}">
      <dsp:nvSpPr>
        <dsp:cNvPr id="0" name=""/>
        <dsp:cNvSpPr/>
      </dsp:nvSpPr>
      <dsp:spPr>
        <a:xfrm>
          <a:off x="0" y="810262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F2AD1-9EFB-4525-8F63-F119A35590CF}">
      <dsp:nvSpPr>
        <dsp:cNvPr id="0" name=""/>
        <dsp:cNvSpPr/>
      </dsp:nvSpPr>
      <dsp:spPr>
        <a:xfrm>
          <a:off x="195349" y="955564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CE5C7-FFEE-4DD9-BE19-267F6FBA837E}">
      <dsp:nvSpPr>
        <dsp:cNvPr id="0" name=""/>
        <dsp:cNvSpPr/>
      </dsp:nvSpPr>
      <dsp:spPr>
        <a:xfrm>
          <a:off x="745881" y="810262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/>
            <a:t>Ricerca tramite mappa.</a:t>
          </a:r>
          <a:endParaRPr lang="en-US" sz="1700" kern="1200"/>
        </a:p>
      </dsp:txBody>
      <dsp:txXfrm>
        <a:off x="745881" y="810262"/>
        <a:ext cx="3898592" cy="645784"/>
      </dsp:txXfrm>
    </dsp:sp>
    <dsp:sp modelId="{B47020A3-C31D-44C4-BC95-BE8E1EFF242D}">
      <dsp:nvSpPr>
        <dsp:cNvPr id="0" name=""/>
        <dsp:cNvSpPr/>
      </dsp:nvSpPr>
      <dsp:spPr>
        <a:xfrm>
          <a:off x="0" y="1617494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BEADC-7ECC-48E7-8A93-EAD80145C20A}">
      <dsp:nvSpPr>
        <dsp:cNvPr id="0" name=""/>
        <dsp:cNvSpPr/>
      </dsp:nvSpPr>
      <dsp:spPr>
        <a:xfrm>
          <a:off x="195349" y="1762795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E6FEE-2322-40B2-92EF-849D146C33FA}">
      <dsp:nvSpPr>
        <dsp:cNvPr id="0" name=""/>
        <dsp:cNvSpPr/>
      </dsp:nvSpPr>
      <dsp:spPr>
        <a:xfrm>
          <a:off x="745881" y="1617494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/>
            <a:t>Lista dei posti auto preferiti.</a:t>
          </a:r>
          <a:endParaRPr lang="en-US" sz="1700" kern="1200"/>
        </a:p>
      </dsp:txBody>
      <dsp:txXfrm>
        <a:off x="745881" y="1617494"/>
        <a:ext cx="3898592" cy="645784"/>
      </dsp:txXfrm>
    </dsp:sp>
    <dsp:sp modelId="{8171789E-AC3E-4E09-98E2-0178F64E76BD}">
      <dsp:nvSpPr>
        <dsp:cNvPr id="0" name=""/>
        <dsp:cNvSpPr/>
      </dsp:nvSpPr>
      <dsp:spPr>
        <a:xfrm>
          <a:off x="0" y="2424725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8C60C-BCBD-4425-AA68-B364A9B7D5C6}">
      <dsp:nvSpPr>
        <dsp:cNvPr id="0" name=""/>
        <dsp:cNvSpPr/>
      </dsp:nvSpPr>
      <dsp:spPr>
        <a:xfrm>
          <a:off x="195349" y="2570026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3F4F3-2C59-4A43-9CA8-E2E50CC3B119}">
      <dsp:nvSpPr>
        <dsp:cNvPr id="0" name=""/>
        <dsp:cNvSpPr/>
      </dsp:nvSpPr>
      <dsp:spPr>
        <a:xfrm>
          <a:off x="745881" y="2424725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Gestione dei log da parte degli amministratori.</a:t>
          </a:r>
          <a:endParaRPr lang="en-US" sz="1700" kern="1200" dirty="0"/>
        </a:p>
      </dsp:txBody>
      <dsp:txXfrm>
        <a:off x="745881" y="2424725"/>
        <a:ext cx="3898592" cy="645784"/>
      </dsp:txXfrm>
    </dsp:sp>
    <dsp:sp modelId="{C41005BB-1950-42D3-B2C0-96C104CA2977}">
      <dsp:nvSpPr>
        <dsp:cNvPr id="0" name=""/>
        <dsp:cNvSpPr/>
      </dsp:nvSpPr>
      <dsp:spPr>
        <a:xfrm>
          <a:off x="0" y="3231956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7E7C0-A739-463A-B16C-A9CB28477AE3}">
      <dsp:nvSpPr>
        <dsp:cNvPr id="0" name=""/>
        <dsp:cNvSpPr/>
      </dsp:nvSpPr>
      <dsp:spPr>
        <a:xfrm>
          <a:off x="195349" y="3377257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E628B-8C22-4BBC-B74A-F3B5B3A10EEC}">
      <dsp:nvSpPr>
        <dsp:cNvPr id="0" name=""/>
        <dsp:cNvSpPr/>
      </dsp:nvSpPr>
      <dsp:spPr>
        <a:xfrm>
          <a:off x="745881" y="3231956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Estensione anche al di fuori della provincia di Bologna.</a:t>
          </a:r>
          <a:endParaRPr lang="en-US" sz="1700" kern="1200" dirty="0"/>
        </a:p>
      </dsp:txBody>
      <dsp:txXfrm>
        <a:off x="745881" y="3231956"/>
        <a:ext cx="3898592" cy="645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72866-C53F-4C59-A3A4-5389C8D75A48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A7E72-A9DF-4B67-9436-E46BA07A6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476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5372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CB32380-BF69-987A-4FD2-63480C81F4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68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82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919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804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31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7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885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246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23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59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65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21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5268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3950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209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9710D-F731-42F1-A4CC-CA80EA95D6F0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186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F5EB22F3-4A4A-9FA5-4374-6C096070B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483" y="5108464"/>
            <a:ext cx="4095033" cy="1630664"/>
          </a:xfrm>
        </p:spPr>
        <p:txBody>
          <a:bodyPr>
            <a:normAutofit/>
          </a:bodyPr>
          <a:lstStyle/>
          <a:p>
            <a:pPr algn="ctr"/>
            <a:r>
              <a:rPr lang="it-IT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Membri del team di sviluppo: </a:t>
            </a:r>
          </a:p>
          <a:p>
            <a:pPr algn="ctr"/>
            <a:r>
              <a:rPr lang="it-IT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Achille Pisani: 0001070863 </a:t>
            </a:r>
          </a:p>
          <a:p>
            <a:pPr algn="ctr"/>
            <a:r>
              <a:rPr lang="it-IT" sz="1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Pablo Lorenzo di Grazia: 0001090788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E512449-3571-68CA-AFBD-47F992ACA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7" b="5939"/>
          <a:stretch>
            <a:fillRect/>
          </a:stretch>
        </p:blipFill>
        <p:spPr>
          <a:xfrm>
            <a:off x="2383546" y="-548780"/>
            <a:ext cx="7424906" cy="647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23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EFE64-B9E4-D0F3-47B4-56D19847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it-IT" sz="3300" b="1" dirty="0"/>
              <a:t>Obiettivi dell’Applicazione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EBC71A-DD79-391A-8ACB-80F8DC17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it-IT" b="1" dirty="0"/>
              <a:t>Servizio proposto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Pubblicazione e successiva prenotazione di posti auto.</a:t>
            </a:r>
          </a:p>
          <a:p>
            <a:r>
              <a:rPr lang="it-IT" b="1" dirty="0"/>
              <a:t>Requisiti Principali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Prenotazione di un posto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Inserimento di un nuovo posto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Ricerca filtrata dei posti auto disponibili.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Possibilità di lasciare recensioni.</a:t>
            </a:r>
          </a:p>
          <a:p>
            <a:pPr lvl="1"/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44E82D2-6998-D0AB-3391-91A0B941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2" r="21704" b="-1"/>
          <a:stretch>
            <a:fillRect/>
          </a:stretch>
        </p:blipFill>
        <p:spPr>
          <a:xfrm>
            <a:off x="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171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A6A100-58C6-66BB-3DC5-807F8A9F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it-IT" b="1" dirty="0"/>
              <a:t>Sistemi Esterni</a:t>
            </a:r>
          </a:p>
        </p:txBody>
      </p:sp>
      <p:pic>
        <p:nvPicPr>
          <p:cNvPr id="5" name="Immagine 4" descr="Strumenti di pagamento: quali sono e quali scegliere | Fatture in Cloud">
            <a:extLst>
              <a:ext uri="{FF2B5EF4-FFF2-40B4-BE49-F238E27FC236}">
                <a16:creationId xmlns:a16="http://schemas.microsoft.com/office/drawing/2014/main" id="{6CC4BFA4-F095-E0A5-320A-4465D5D193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7701" r="32147" b="3002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5B99CC-5F0A-2355-E516-ECF8321D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r>
              <a:rPr lang="it-IT" b="1" dirty="0"/>
              <a:t>Gestore dei pagamenti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Unico sistema esterno utilizzato.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pagamento viene affidato ad un gestore esterno per garantire efficienza e sicurezza.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gestore esterno avrà il compito della totale gestione dei dati di pagamento.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Invia conferma di avvenuto pagamento.</a:t>
            </a:r>
          </a:p>
        </p:txBody>
      </p:sp>
    </p:spTree>
    <p:extLst>
      <p:ext uri="{BB962C8B-B14F-4D97-AF65-F5344CB8AC3E}">
        <p14:creationId xmlns:p14="http://schemas.microsoft.com/office/powerpoint/2010/main" val="3951502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171BAD-34CA-131F-6F96-32D66FE8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it-IT" b="1" dirty="0"/>
              <a:t>Casi d’Uso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9BA60C-2E88-046B-1D3F-86D1AD87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r>
              <a:rPr lang="it-IT" b="1" dirty="0"/>
              <a:t>Attori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Amministratore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Utente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Affittuario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Proprietario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8DCA345-F562-9499-828A-6C8873A86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409" y="851284"/>
            <a:ext cx="6083105" cy="51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5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Lucchetto trasparente">
            <a:extLst>
              <a:ext uri="{FF2B5EF4-FFF2-40B4-BE49-F238E27FC236}">
                <a16:creationId xmlns:a16="http://schemas.microsoft.com/office/drawing/2014/main" id="{7F86B1BF-F8A7-4F1F-4DA7-CFBA5500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38" b="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BE8CEDF-5C14-E083-60E0-2F16A854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it-IT" b="1" dirty="0"/>
              <a:t>Sicurezza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0CB87B-B99C-DBE0-DBCD-C63609C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2" y="1649480"/>
            <a:ext cx="4763557" cy="3880773"/>
          </a:xfrm>
        </p:spPr>
        <p:txBody>
          <a:bodyPr>
            <a:normAutofit/>
          </a:bodyPr>
          <a:lstStyle/>
          <a:p>
            <a:r>
              <a:rPr lang="it-IT" b="1" dirty="0"/>
              <a:t>Aggiornamento scenari d’uso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Aggiunti i Log e il rispettivo caso d’uso Visualizza Log.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Inseriti requisiti più restrittivi per password.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Login più restrittivo per evitare il furto di credenziali.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57FDDB5-D2FD-429F-E10E-0601A8836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8247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03DC57-3D7D-29F6-8764-5E50C1BA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b="1" dirty="0"/>
              <a:t>Modello del Dominio (Posto auto)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3A4C716-5610-FE9B-81B6-F934BBFA4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016429" y="1346200"/>
            <a:ext cx="6366494" cy="49022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991D51-6843-563B-BE27-5B24AA1CC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" y="1930400"/>
            <a:ext cx="3929644" cy="3946525"/>
          </a:xfrm>
        </p:spPr>
        <p:txBody>
          <a:bodyPr>
            <a:normAutofit/>
          </a:bodyPr>
          <a:lstStyle/>
          <a:p>
            <a:r>
              <a:rPr lang="en-US" sz="1600" dirty="0" err="1"/>
              <a:t>Associazioni</a:t>
            </a:r>
            <a:r>
              <a:rPr lang="en-US" sz="1600" dirty="0"/>
              <a:t> </a:t>
            </a:r>
            <a:r>
              <a:rPr lang="en-US" sz="1600" dirty="0" err="1"/>
              <a:t>Proprietario</a:t>
            </a:r>
            <a:r>
              <a:rPr lang="en-US" sz="1600" dirty="0"/>
              <a:t> e </a:t>
            </a:r>
            <a:r>
              <a:rPr lang="en-US" sz="1600" dirty="0" err="1"/>
              <a:t>Affittuatrio</a:t>
            </a:r>
            <a:r>
              <a:rPr lang="en-US" sz="1600" dirty="0"/>
              <a:t>.</a:t>
            </a:r>
          </a:p>
          <a:p>
            <a:r>
              <a:rPr lang="en-US" sz="1600" dirty="0"/>
              <a:t>Posto Auto </a:t>
            </a:r>
            <a:r>
              <a:rPr lang="en-US" sz="1600" dirty="0" err="1"/>
              <a:t>composto</a:t>
            </a:r>
            <a:r>
              <a:rPr lang="en-US" sz="1600" dirty="0"/>
              <a:t> da Range Date.</a:t>
            </a:r>
          </a:p>
          <a:p>
            <a:r>
              <a:rPr lang="en-US" sz="1600" b="1" dirty="0"/>
              <a:t>Vincoli </a:t>
            </a:r>
            <a:r>
              <a:rPr lang="en-US" sz="1600" b="1" dirty="0" err="1"/>
              <a:t>Principali</a:t>
            </a:r>
            <a:r>
              <a:rPr lang="en-US" sz="1600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proprietario</a:t>
            </a:r>
            <a:r>
              <a:rPr lang="en-US" sz="1400" dirty="0"/>
              <a:t> non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effettuare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prenotazione</a:t>
            </a:r>
            <a:r>
              <a:rPr lang="en-US" sz="1400" dirty="0"/>
              <a:t> per un proprio </a:t>
            </a:r>
            <a:r>
              <a:rPr lang="en-US" sz="1400" dirty="0" err="1"/>
              <a:t>posto</a:t>
            </a:r>
            <a:r>
              <a:rPr lang="en-US" sz="1400" dirty="0"/>
              <a:t>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utente</a:t>
            </a:r>
            <a:r>
              <a:rPr lang="en-US" sz="1400" dirty="0"/>
              <a:t>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recensire</a:t>
            </a:r>
            <a:r>
              <a:rPr lang="en-US" sz="1400" dirty="0"/>
              <a:t> solo </a:t>
            </a:r>
            <a:r>
              <a:rPr lang="en-US" sz="1400" dirty="0" err="1"/>
              <a:t>posti</a:t>
            </a:r>
            <a:r>
              <a:rPr lang="en-US" sz="1400" dirty="0"/>
              <a:t> auto </a:t>
            </a:r>
            <a:r>
              <a:rPr lang="en-US" sz="1400" dirty="0" err="1"/>
              <a:t>che</a:t>
            </a:r>
            <a:r>
              <a:rPr lang="en-US" sz="1400" dirty="0"/>
              <a:t> ha </a:t>
            </a:r>
            <a:r>
              <a:rPr lang="en-US" sz="1400" dirty="0" err="1"/>
              <a:t>affittato</a:t>
            </a:r>
            <a:r>
              <a:rPr lang="en-US" sz="1400" dirty="0"/>
              <a:t> e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inserire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sola </a:t>
            </a:r>
            <a:r>
              <a:rPr lang="en-US" sz="1400" dirty="0" err="1"/>
              <a:t>recensione</a:t>
            </a:r>
            <a:r>
              <a:rPr lang="en-US" sz="1400" dirty="0"/>
              <a:t> per </a:t>
            </a:r>
            <a:r>
              <a:rPr lang="en-US" sz="1400" dirty="0" err="1"/>
              <a:t>posto</a:t>
            </a:r>
            <a:r>
              <a:rPr lang="en-US" sz="1400" dirty="0"/>
              <a:t>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posto</a:t>
            </a:r>
            <a:r>
              <a:rPr lang="en-US" sz="1400" dirty="0"/>
              <a:t> auto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essere</a:t>
            </a:r>
            <a:r>
              <a:rPr lang="en-US" sz="1400" dirty="0"/>
              <a:t> </a:t>
            </a:r>
            <a:r>
              <a:rPr lang="en-US" sz="1400" dirty="0" err="1"/>
              <a:t>prenotato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sola volta </a:t>
            </a:r>
            <a:r>
              <a:rPr lang="en-US" sz="1400" dirty="0" err="1"/>
              <a:t>nello</a:t>
            </a:r>
            <a:r>
              <a:rPr lang="en-US" sz="1400" dirty="0"/>
              <a:t> </a:t>
            </a:r>
            <a:r>
              <a:rPr lang="en-US" sz="1400" dirty="0" err="1"/>
              <a:t>stesso</a:t>
            </a:r>
            <a:r>
              <a:rPr lang="en-US" sz="1400" dirty="0"/>
              <a:t> intervallo di date.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3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795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303AC-3467-BAA4-CDB8-4CE94DF0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del Dominio</a:t>
            </a:r>
            <a:br>
              <a:rPr lang="it-IT" b="1" dirty="0"/>
            </a:br>
            <a:r>
              <a:rPr lang="it-IT" b="1" dirty="0"/>
              <a:t>(Ricerca Filtrata)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9AAC1F60-8A9E-1C88-5672-870AA9073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438730"/>
            <a:ext cx="8596312" cy="33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8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0E876A-39C6-0FB0-59EB-187BCAEA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del Dominio</a:t>
            </a:r>
            <a:br>
              <a:rPr lang="it-IT" b="1" dirty="0"/>
            </a:br>
            <a:r>
              <a:rPr lang="it-IT" b="1" dirty="0"/>
              <a:t>(Log)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387B134-ED62-417B-4FA2-A1BA3A2EB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04" y="2160588"/>
            <a:ext cx="606962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47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34B5AA-0611-F97F-C62B-7B38C1BE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/>
              <a:t>Scelte Architetturali, Componenti e Package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B65DEE-E2F3-8C62-F72E-1A17ABDA3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0684"/>
            <a:ext cx="3989916" cy="1976441"/>
          </a:xfrm>
        </p:spPr>
        <p:txBody>
          <a:bodyPr>
            <a:normAutofit/>
          </a:bodyPr>
          <a:lstStyle/>
          <a:p>
            <a:r>
              <a:rPr lang="it-IT" b="1" dirty="0"/>
              <a:t>Modello Client/Server 3 Livelli: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1: </a:t>
            </a:r>
            <a:r>
              <a:rPr lang="it-IT" sz="1800" b="1" dirty="0"/>
              <a:t>Client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2: </a:t>
            </a:r>
            <a:r>
              <a:rPr lang="it-IT" sz="1800" b="1" dirty="0"/>
              <a:t>Server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3: </a:t>
            </a:r>
            <a:r>
              <a:rPr lang="it-IT" sz="1800" b="1" dirty="0"/>
              <a:t>Persistenza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D94843-823D-E348-46D0-EA5412F2F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117724"/>
            <a:ext cx="4905345" cy="36671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F7BDFD6-883A-8324-B050-13EB93816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79" y="1980404"/>
            <a:ext cx="3906477" cy="47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8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9FF4DA-385A-3E26-2186-FCC011CC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it-IT" b="1" dirty="0"/>
              <a:t>Scelte tecnologiche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9EC8C-8773-DF7F-58B9-8C8ACE459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90"/>
            <a:ext cx="3672039" cy="3773486"/>
          </a:xfrm>
        </p:spPr>
        <p:txBody>
          <a:bodyPr>
            <a:normAutofit/>
          </a:bodyPr>
          <a:lstStyle/>
          <a:p>
            <a:r>
              <a:rPr lang="it-IT" b="1" dirty="0" err="1"/>
              <a:t>Frontend</a:t>
            </a:r>
            <a:r>
              <a:rPr lang="it-IT" b="1" dirty="0"/>
              <a:t> (Client):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React</a:t>
            </a:r>
          </a:p>
          <a:p>
            <a:r>
              <a:rPr lang="it-IT" b="1" dirty="0" err="1"/>
              <a:t>Backend</a:t>
            </a:r>
            <a:r>
              <a:rPr lang="it-IT" b="1" dirty="0"/>
              <a:t>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b="1" dirty="0"/>
              <a:t>Server: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Node.js</a:t>
            </a:r>
            <a:endParaRPr lang="it-IT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it-IT" b="1" dirty="0"/>
              <a:t>Persistenza: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Database relazionale SQL</a:t>
            </a: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82D1B885-60D2-B2F2-F221-0AAB2FC7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994" y="609600"/>
            <a:ext cx="4773847" cy="26017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3F26F83-5D5F-128B-5463-62FDDAABE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50" y="3439020"/>
            <a:ext cx="4774937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0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B2FE9-D5A9-ED34-0993-EFCAA0AD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E03D50-588B-2E82-D647-3B002468F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234" y="1930400"/>
            <a:ext cx="3351741" cy="3880773"/>
          </a:xfrm>
        </p:spPr>
        <p:txBody>
          <a:bodyPr/>
          <a:lstStyle/>
          <a:p>
            <a:r>
              <a:rPr lang="it-IT" dirty="0"/>
              <a:t>Segue il modello del dominio aggiornato in fase di progettazione.</a:t>
            </a:r>
          </a:p>
          <a:p>
            <a:r>
              <a:rPr lang="it-IT" dirty="0"/>
              <a:t>Recensione diventa un’associazione tra Utente e Posto Auto.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4BCEBDE-3AB1-ED1B-0E80-A72095751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20" y="1020585"/>
            <a:ext cx="6617491" cy="51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6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7BEF95-1CAE-12C8-1BAD-DD4B974E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Interfaccia Utente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1E0D3F3-DE11-2042-E51B-9C14D9413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0" t="4838" r="18541" b="6666"/>
          <a:stretch>
            <a:fillRect/>
          </a:stretch>
        </p:blipFill>
        <p:spPr>
          <a:xfrm>
            <a:off x="3527868" y="1930177"/>
            <a:ext cx="2895600" cy="36671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587E20C-A105-CA88-8900-0BBBAB624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6" t="7691" r="22961" b="9873"/>
          <a:stretch>
            <a:fillRect/>
          </a:stretch>
        </p:blipFill>
        <p:spPr>
          <a:xfrm>
            <a:off x="447675" y="1930400"/>
            <a:ext cx="2827866" cy="366690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4258CC-697A-4F08-36D2-08E7117307EB}"/>
              </a:ext>
            </a:extLst>
          </p:cNvPr>
          <p:cNvSpPr txBox="1"/>
          <p:nvPr/>
        </p:nvSpPr>
        <p:spPr>
          <a:xfrm>
            <a:off x="1042987" y="1560845"/>
            <a:ext cx="1637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Registrazione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8F79DA-AF59-7E51-7D3F-3673350D5FD5}"/>
              </a:ext>
            </a:extLst>
          </p:cNvPr>
          <p:cNvSpPr txBox="1"/>
          <p:nvPr/>
        </p:nvSpPr>
        <p:spPr>
          <a:xfrm>
            <a:off x="4166043" y="1560845"/>
            <a:ext cx="161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Login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0922EDB-1761-CD56-E279-336B58724C53}"/>
              </a:ext>
            </a:extLst>
          </p:cNvPr>
          <p:cNvSpPr txBox="1"/>
          <p:nvPr/>
        </p:nvSpPr>
        <p:spPr>
          <a:xfrm>
            <a:off x="6639853" y="1560845"/>
            <a:ext cx="2974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Aggiunta di un Posto Auto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77F6DF2-0268-6DA4-2C28-9D0F58FA2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8" t="1499" r="21851"/>
          <a:stretch>
            <a:fillRect/>
          </a:stretch>
        </p:blipFill>
        <p:spPr>
          <a:xfrm>
            <a:off x="6735106" y="1930177"/>
            <a:ext cx="2879106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24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0C33-11DD-5226-3A9A-17C5F69A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F4DE0-CA9F-CC0D-3B49-1FFE34D8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Interfaccia Utente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1EAD591-2DE8-9E19-7099-BF681C648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9" t="2420" r="21489" b="3656"/>
          <a:stretch>
            <a:fillRect/>
          </a:stretch>
        </p:blipFill>
        <p:spPr>
          <a:xfrm>
            <a:off x="1305706" y="1930400"/>
            <a:ext cx="3150367" cy="366712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4B1EE2-2ACB-FD44-818B-B2C5E1ED18B7}"/>
              </a:ext>
            </a:extLst>
          </p:cNvPr>
          <p:cNvSpPr txBox="1"/>
          <p:nvPr/>
        </p:nvSpPr>
        <p:spPr>
          <a:xfrm>
            <a:off x="-329036" y="1561068"/>
            <a:ext cx="641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Ricerca Filtrata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785A1CB-46B4-95A8-B686-8E4D5D6B9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1" t="1019" r="19301" b="1017"/>
          <a:stretch>
            <a:fillRect/>
          </a:stretch>
        </p:blipFill>
        <p:spPr>
          <a:xfrm>
            <a:off x="5179695" y="1930400"/>
            <a:ext cx="3619500" cy="42735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66248A-A838-9D8F-28F0-A4276604ACC3}"/>
              </a:ext>
            </a:extLst>
          </p:cNvPr>
          <p:cNvSpPr txBox="1"/>
          <p:nvPr/>
        </p:nvSpPr>
        <p:spPr>
          <a:xfrm>
            <a:off x="3779520" y="1561068"/>
            <a:ext cx="641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Pagina di un Posto Auto</a:t>
            </a:r>
          </a:p>
        </p:txBody>
      </p:sp>
    </p:spTree>
    <p:extLst>
      <p:ext uri="{BB962C8B-B14F-4D97-AF65-F5344CB8AC3E}">
        <p14:creationId xmlns:p14="http://schemas.microsoft.com/office/powerpoint/2010/main" val="573605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38B88B-5EE5-0EA5-E4FE-C7BEA81F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Scelte tecnologiche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7D71C7-F5CE-C58F-4C27-F146D7180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930400"/>
            <a:ext cx="6739128" cy="3880773"/>
          </a:xfrm>
        </p:spPr>
        <p:txBody>
          <a:bodyPr>
            <a:normAutofit fontScale="92500"/>
          </a:bodyPr>
          <a:lstStyle/>
          <a:p>
            <a:r>
              <a:rPr lang="it-IT" b="1" dirty="0" err="1"/>
              <a:t>Frontend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realizzato l’intera interfaccia utente utilizzando </a:t>
            </a:r>
            <a:r>
              <a:rPr lang="it-IT" b="1" dirty="0" err="1"/>
              <a:t>react</a:t>
            </a:r>
            <a:r>
              <a:rPr lang="it-IT" dirty="0"/>
              <a:t>.</a:t>
            </a:r>
          </a:p>
          <a:p>
            <a:r>
              <a:rPr lang="it-IT" b="1" dirty="0" err="1"/>
              <a:t>DataBase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utilizzato </a:t>
            </a:r>
            <a:r>
              <a:rPr lang="it-IT" b="1" dirty="0" err="1"/>
              <a:t>PostgreSQL</a:t>
            </a:r>
            <a:r>
              <a:rPr lang="it-IT" b="1" dirty="0"/>
              <a:t> </a:t>
            </a:r>
            <a:r>
              <a:rPr lang="it-IT" dirty="0"/>
              <a:t>come DBMS per la gestione dei dati.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Per la comunicazione tra DB e </a:t>
            </a:r>
            <a:r>
              <a:rPr lang="it-IT" dirty="0" err="1"/>
              <a:t>backend</a:t>
            </a:r>
            <a:r>
              <a:rPr lang="it-IT" dirty="0"/>
              <a:t> abbiamo utilizzato </a:t>
            </a:r>
            <a:r>
              <a:rPr lang="it-IT" b="1" dirty="0" err="1"/>
              <a:t>Sequelize</a:t>
            </a:r>
            <a:r>
              <a:rPr lang="it-IT" dirty="0"/>
              <a:t>, un ORM che traduce il codice JavaScript in query SQL. </a:t>
            </a:r>
          </a:p>
          <a:p>
            <a:r>
              <a:rPr lang="it-IT" b="1" dirty="0" err="1"/>
              <a:t>Backend</a:t>
            </a:r>
            <a:r>
              <a:rPr lang="it-IT" b="1" dirty="0"/>
              <a:t>/Server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server è stato realizzato in </a:t>
            </a:r>
            <a:r>
              <a:rPr lang="it-IT" b="1" dirty="0"/>
              <a:t>Node.js </a:t>
            </a:r>
            <a:r>
              <a:rPr lang="it-IT" dirty="0"/>
              <a:t>utilizzando il framework Express per gestire facilmente la comunicazione tra </a:t>
            </a:r>
            <a:r>
              <a:rPr lang="it-IT" dirty="0" err="1"/>
              <a:t>frontend</a:t>
            </a:r>
            <a:r>
              <a:rPr lang="it-IT" dirty="0"/>
              <a:t> e DB.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utilizzato una partizione del server per il salvataggio dei Log in formato </a:t>
            </a:r>
            <a:r>
              <a:rPr lang="it-IT" dirty="0" err="1"/>
              <a:t>json</a:t>
            </a:r>
            <a:r>
              <a:rPr lang="it-IT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5DB526B-6C2C-EA19-973D-0CC01F245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0" t="16539" r="30220" b="16050"/>
          <a:stretch>
            <a:fillRect/>
          </a:stretch>
        </p:blipFill>
        <p:spPr>
          <a:xfrm>
            <a:off x="7782339" y="1427521"/>
            <a:ext cx="1269693" cy="1172024"/>
          </a:xfrm>
          <a:prstGeom prst="rect">
            <a:avLst/>
          </a:prstGeom>
        </p:spPr>
      </p:pic>
      <p:pic>
        <p:nvPicPr>
          <p:cNvPr id="5" name="Immagine 4" descr="Node.JS | TutorialEdge.net">
            <a:extLst>
              <a:ext uri="{FF2B5EF4-FFF2-40B4-BE49-F238E27FC236}">
                <a16:creationId xmlns:a16="http://schemas.microsoft.com/office/drawing/2014/main" id="{474B35E6-5B23-D2FF-C4C8-7D930DD5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007" y="4513864"/>
            <a:ext cx="1172025" cy="11720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AA9C2EA-E512-707C-62C3-558AA3E99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477" y="2970692"/>
            <a:ext cx="1136508" cy="117202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91C8A8A-FFAD-1F83-2789-F965D8F60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279" y="2970691"/>
            <a:ext cx="1172026" cy="117202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A8A896A6-0DCB-0CA1-00EF-BB9768B7FE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4937299">
            <a:off x="6848096" y="4289904"/>
            <a:ext cx="1462695" cy="82211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58FD4BA4-61FF-B51E-0A6B-DA623681C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938" y="3084740"/>
            <a:ext cx="1475001" cy="8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20F4-955D-79D2-FFA1-3B2AC9F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47D128E0-2796-FAE9-E6CB-670B7EF3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" r="22535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5B46A56-B3C6-3C79-2EBE-A5E2F6B2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it-IT" b="1" dirty="0"/>
              <a:t>Possibili sviluppi futuri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C126FDAE-D7E7-A1FC-828D-8371206E32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928673"/>
              </p:ext>
            </p:extLst>
          </p:nvPr>
        </p:nvGraphicFramePr>
        <p:xfrm>
          <a:off x="382044" y="2005141"/>
          <a:ext cx="464447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Immagine 23">
            <a:extLst>
              <a:ext uri="{FF2B5EF4-FFF2-40B4-BE49-F238E27FC236}">
                <a16:creationId xmlns:a16="http://schemas.microsoft.com/office/drawing/2014/main" id="{B50C181A-9B1C-A644-AF83-F11691E861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2998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462251-3815-C6CC-BBD9-D5CC74B61B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16285" y="5451475"/>
            <a:ext cx="5559425" cy="1320800"/>
          </a:xfrm>
        </p:spPr>
        <p:txBody>
          <a:bodyPr>
            <a:normAutofit/>
          </a:bodyPr>
          <a:lstStyle/>
          <a:p>
            <a:pPr algn="ctr"/>
            <a:r>
              <a:rPr lang="it-IT" b="1" dirty="0"/>
              <a:t>Grazie per l’attenzione.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9BC2378-A72D-578E-D8CD-A7CADBE2D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9" r="10495"/>
          <a:stretch>
            <a:fillRect/>
          </a:stretch>
        </p:blipFill>
        <p:spPr>
          <a:xfrm>
            <a:off x="3398528" y="-452805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9805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faccettatura">
  <a:themeElements>
    <a:clrScheme name="Personalizzato 6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6B9F25"/>
      </a:hlink>
      <a:folHlink>
        <a:srgbClr val="9F6715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6c05ea-133c-4428-8263-fcf96f4469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703941ADA0FA4885283093862225DE" ma:contentTypeVersion="9" ma:contentTypeDescription="Create a new document." ma:contentTypeScope="" ma:versionID="2813aff010e8fd3d1467f1dc9754cf92">
  <xsd:schema xmlns:xsd="http://www.w3.org/2001/XMLSchema" xmlns:xs="http://www.w3.org/2001/XMLSchema" xmlns:p="http://schemas.microsoft.com/office/2006/metadata/properties" xmlns:ns3="766c05ea-133c-4428-8263-fcf96f446991" targetNamespace="http://schemas.microsoft.com/office/2006/metadata/properties" ma:root="true" ma:fieldsID="f8ff53a61e2797f5b3cdb0cedac2e8c3" ns3:_="">
    <xsd:import namespace="766c05ea-133c-4428-8263-fcf96f44699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6c05ea-133c-4428-8263-fcf96f44699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F125-EE46-4AF6-B3A1-7999A61E0168}">
  <ds:schemaRefs>
    <ds:schemaRef ds:uri="http://purl.org/dc/terms/"/>
    <ds:schemaRef ds:uri="766c05ea-133c-4428-8263-fcf96f446991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9B280D1-E20F-47FA-B3D1-3A4D784AD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B08C4E-6082-44E1-9E44-94E2A0F970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6c05ea-133c-4428-8263-fcf96f4469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676</TotalTime>
  <Words>448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3" baseType="lpstr">
      <vt:lpstr>Aptos</vt:lpstr>
      <vt:lpstr>Arial</vt:lpstr>
      <vt:lpstr>Cambria</vt:lpstr>
      <vt:lpstr>Trebuchet MS</vt:lpstr>
      <vt:lpstr>Wingdings</vt:lpstr>
      <vt:lpstr>Wingdings 3</vt:lpstr>
      <vt:lpstr>Sfaccettatura</vt:lpstr>
      <vt:lpstr>Presentazione standard di PowerPoint</vt:lpstr>
      <vt:lpstr>Obiettivi dell’Applicazione</vt:lpstr>
      <vt:lpstr>Sistemi Esterni</vt:lpstr>
      <vt:lpstr>Casi d’Uso</vt:lpstr>
      <vt:lpstr>Sicurezza</vt:lpstr>
      <vt:lpstr>Modello del Dominio (Posto auto)</vt:lpstr>
      <vt:lpstr>Modello del Dominio (Ricerca Filtrata)</vt:lpstr>
      <vt:lpstr>Modello del Dominio (Log)</vt:lpstr>
      <vt:lpstr>Scelte Architetturali, Componenti e Package</vt:lpstr>
      <vt:lpstr>Scelte tecnologiche</vt:lpstr>
      <vt:lpstr>Modello ER</vt:lpstr>
      <vt:lpstr>Prototipo – Interfaccia Utente</vt:lpstr>
      <vt:lpstr>Prototipo – Interfaccia Utente</vt:lpstr>
      <vt:lpstr>Prototipo – Scelte tecnologiche</vt:lpstr>
      <vt:lpstr>Possibili sviluppi futuri</vt:lpstr>
      <vt:lpstr>Grazie per l’attenzione.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Achille Pisani - achille.pisani@studio.unibo.it</dc:creator>
  <cp:lastModifiedBy>Achille Pisani - achille.pisani@studio.unibo.it</cp:lastModifiedBy>
  <cp:revision>3</cp:revision>
  <dcterms:created xsi:type="dcterms:W3CDTF">2026-05-21T08:32:09Z</dcterms:created>
  <dcterms:modified xsi:type="dcterms:W3CDTF">2026-05-21T20:24:08Z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0x0101003C703941ADA0FA4885283093862225DE</vt:lpwstr>
  </property>
</Properties>
</file>